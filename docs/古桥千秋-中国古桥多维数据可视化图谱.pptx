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9AC7C-A50B-A005-3C31-504032556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FFBC4B-E3BF-D563-A07F-BE27192F1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FFCDB-57F0-0E7D-E0EC-D296EB927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C1E27E-9746-11BA-3992-D138D242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F00A2F-69E4-B6BD-8F52-FB6A0849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166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0E0D5B-8A3B-56D7-A4FE-100CC497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750FC-01DE-710A-65E2-80F4F3EF5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1F31DD-F21B-3CCD-4FD4-CB9ECA702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59193D-328C-209E-0C12-F7B29FF7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806025-5CD9-9DDC-2AFF-1A5CCC96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44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AD0DB-0141-7497-E98D-980D75164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5E1F12-7C47-9B16-53A3-F148D7A85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16A62B-A9EE-EC8B-13B7-07816B5C1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895626-9D3F-2BCB-1090-C042F5884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CF8A00-2BC7-51BE-C6C9-232C9952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83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FA154-CAD2-882C-99D7-18CAF45F2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7295A-5F38-3E7D-B5AE-63AFDACD0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005DF0-5F21-7B18-AAB0-1D5F5B326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21CF98-39FC-75D3-11BD-783B6879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96F77F-E514-17C1-AB35-65F8D0702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7FE82F-032D-FAF4-3488-F7879013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72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CF371-52B6-C6C2-FF6F-17D17A70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DAFB3D-DF4F-E949-1420-4AA811FB0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47481A-E203-3EB7-AADB-A4F620464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B71951-D16F-9BCB-30B1-5AA0012A8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CC91C8-B297-89C5-0977-0FA772577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0F9C02-AD65-9301-2AC2-1A45163E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8D3CF7-B0B8-6F25-E18D-EBB93724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A1BFB-E981-7715-4465-71784A46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46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C0B4C-1D87-F1A5-CB84-837CBAC8D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EE9D2E-1191-6835-CB94-5B67FC0F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AB9170-474C-B589-0CA7-88D115A9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300EC1-DEA9-A4FA-01A8-FBCA4FA68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235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807023-30C3-42D1-1A82-4B3428F58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ABDB0B-D6F0-334F-2E7B-9EC1D9E87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FA6661-11C1-9330-3CD7-D4916710C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70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25434-6E44-23E2-2E39-35533FB9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CA5F8A-FFF5-58E9-F9B9-B495AFBFF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471AE0-38C6-9D13-A287-4A2BFF172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0F2642-13CA-0C74-527D-9476CCCE5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A6441F-6695-694F-78C8-8D095779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317E90-1976-049C-E246-A99D2D53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03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E48B6-BD36-D5C2-DBD5-3B252A0B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03E3070-9C9F-713C-674D-AA4C01C88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B1090-5D4A-849F-DC57-C425EF6D9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DD38AF-FC36-42DA-ECA8-326A8B42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CEEFA6-3542-F151-8150-56120A779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320AF3-7822-D02F-865B-93D89A382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4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6C2CD-1D1C-3F22-A0DD-06604D20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B33F6D-B040-6DD8-66A3-775C42B2A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A2BFA0-EFCC-16D1-A170-3FBECC2B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ABF313-09C9-C412-2C4D-07DD50C6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D39FD4-5606-0094-3D4F-7B5CF4F6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230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4672AA-10E3-27AB-4A06-C507D8941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02D49C-D790-9313-B58E-04088AFE8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D516DC-ACA4-2B64-F613-342DBAAC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D0499F-0B9F-FBD5-3AE4-1C7042CA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87F259-867D-6581-8D08-00546EF0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202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BEBF22-5D0E-70C1-DDCB-3AF2937CA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271845-20CE-B2CD-1E04-F05546F4A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3022A5-474F-5C2B-3013-55135D85B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F4DA3-804F-4EAA-9C82-8E4B2D2B726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6E5DC-2A8C-F5A3-10CB-E08A7C366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798088-D362-AEE0-5E9E-0CA17EC96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2FF52-4BBA-4CB3-AA12-378A3DBCB9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21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CA9870-3562-EA18-ECEE-8C9C710AA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" y="0"/>
            <a:ext cx="12189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08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25AB9BD-D6FF-20F1-9701-560FAF0FD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" y="0"/>
            <a:ext cx="12190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500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0DE57AE-A779-0BF2-67BD-187EF10E0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" y="0"/>
            <a:ext cx="12187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35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2B02A7-B9F5-470B-9FE0-D0D6E0EA7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" y="0"/>
            <a:ext cx="12190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C209D1-7070-D3DB-4849-70C901FDE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" y="0"/>
            <a:ext cx="121879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5090D3-7F2A-16EE-96CC-DE68B42A6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" y="0"/>
            <a:ext cx="121896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8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5658066-4DC9-6723-9010-CC6089A16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" y="0"/>
            <a:ext cx="12191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03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4D1717E-4438-24B7-DD72-5C9700C1C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" y="0"/>
            <a:ext cx="12190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53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29F70A-EBD1-B32D-6E41-D99E45DB9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" y="0"/>
            <a:ext cx="121914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0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A2B0F0-1466-69B2-1230-2C5CB4E5D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" y="0"/>
            <a:ext cx="12188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4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098089-2C9A-8F4B-FB48-F7CC2E189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" y="0"/>
            <a:ext cx="121873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99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B98D1F9-454B-28F1-D69A-5621BA9DC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" y="0"/>
            <a:ext cx="12191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68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48D9EB6-BABF-CC73-62A6-46F2B3190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" y="0"/>
            <a:ext cx="12189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23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 highlight</dc:creator>
  <cp:lastModifiedBy>my highlight</cp:lastModifiedBy>
  <cp:revision>1</cp:revision>
  <dcterms:created xsi:type="dcterms:W3CDTF">2026-06-29T16:16:33Z</dcterms:created>
  <dcterms:modified xsi:type="dcterms:W3CDTF">2026-06-29T16:18:56Z</dcterms:modified>
</cp:coreProperties>
</file>